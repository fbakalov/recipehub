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58" r:id="rId7"/>
    <p:sldId id="262" r:id="rId8"/>
    <p:sldId id="259" r:id="rId9"/>
    <p:sldId id="260" r:id="rId10"/>
    <p:sldId id="261" r:id="rId11"/>
    <p:sldId id="263" r:id="rId12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3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Стил с тема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Стил с тема 2 - Акцент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492" autoAdjust="0"/>
  </p:normalViewPr>
  <p:slideViewPr>
    <p:cSldViewPr>
      <p:cViewPr varScale="1">
        <p:scale>
          <a:sx n="100" d="100"/>
          <a:sy n="100" d="100"/>
        </p:scale>
        <p:origin x="96" y="34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E0FCBF-D1B1-4B85-A348-6036C59DB7E4}" type="doc">
      <dgm:prSet loTypeId="urn:microsoft.com/office/officeart/2005/8/layout/vList5" loCatId="list" qsTypeId="urn:microsoft.com/office/officeart/2005/8/quickstyle/simple4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AA2FC4E1-8B47-40A5-921D-75DDAE48562A}">
      <dgm:prSet/>
      <dgm:spPr/>
      <dgm:t>
        <a:bodyPr/>
        <a:lstStyle/>
        <a:p>
          <a:r>
            <a:rPr lang="en-US"/>
            <a:t>RecipeHub.Data</a:t>
          </a:r>
        </a:p>
      </dgm:t>
    </dgm:pt>
    <dgm:pt modelId="{17EE83E8-E3D0-4702-88BC-F620815C8E0F}" type="parTrans" cxnId="{35D97D62-4FF2-4E14-ACC1-4D12CB896D26}">
      <dgm:prSet/>
      <dgm:spPr/>
      <dgm:t>
        <a:bodyPr/>
        <a:lstStyle/>
        <a:p>
          <a:endParaRPr lang="en-US"/>
        </a:p>
      </dgm:t>
    </dgm:pt>
    <dgm:pt modelId="{0C0B59DE-607D-4173-AFD7-A1C64D8B7447}" type="sibTrans" cxnId="{35D97D62-4FF2-4E14-ACC1-4D12CB896D26}">
      <dgm:prSet/>
      <dgm:spPr/>
      <dgm:t>
        <a:bodyPr/>
        <a:lstStyle/>
        <a:p>
          <a:endParaRPr lang="en-US"/>
        </a:p>
      </dgm:t>
    </dgm:pt>
    <dgm:pt modelId="{EC08FA86-A1EC-4140-9360-CEDDBF256557}">
      <dgm:prSet/>
      <dgm:spPr/>
      <dgm:t>
        <a:bodyPr/>
        <a:lstStyle/>
        <a:p>
          <a:r>
            <a:rPr lang="bg-BG"/>
            <a:t>Модели: </a:t>
          </a:r>
          <a:r>
            <a:rPr lang="en-US"/>
            <a:t>Recipe, Category, Ingredient</a:t>
          </a:r>
        </a:p>
      </dgm:t>
    </dgm:pt>
    <dgm:pt modelId="{5CE56296-322E-4EA8-B96C-4536D1F356E8}" type="parTrans" cxnId="{1557D3AD-63B0-4E26-AA49-5292361473ED}">
      <dgm:prSet/>
      <dgm:spPr/>
      <dgm:t>
        <a:bodyPr/>
        <a:lstStyle/>
        <a:p>
          <a:endParaRPr lang="en-US"/>
        </a:p>
      </dgm:t>
    </dgm:pt>
    <dgm:pt modelId="{82D7835E-F84F-4F61-A18E-71877F18849C}" type="sibTrans" cxnId="{1557D3AD-63B0-4E26-AA49-5292361473ED}">
      <dgm:prSet/>
      <dgm:spPr/>
      <dgm:t>
        <a:bodyPr/>
        <a:lstStyle/>
        <a:p>
          <a:endParaRPr lang="en-US"/>
        </a:p>
      </dgm:t>
    </dgm:pt>
    <dgm:pt modelId="{29E3F819-BDA4-48FC-AA62-DF1F5FAA9E21}">
      <dgm:prSet/>
      <dgm:spPr/>
      <dgm:t>
        <a:bodyPr/>
        <a:lstStyle/>
        <a:p>
          <a:r>
            <a:rPr lang="bg-BG"/>
            <a:t>Контекст: </a:t>
          </a:r>
          <a:r>
            <a:rPr lang="en-US"/>
            <a:t>ApplicationDbContext</a:t>
          </a:r>
        </a:p>
      </dgm:t>
    </dgm:pt>
    <dgm:pt modelId="{B22EC129-42B0-4DD2-9638-E82FD3255A04}" type="parTrans" cxnId="{43B004EA-D8F7-46D3-AF8A-391600182C91}">
      <dgm:prSet/>
      <dgm:spPr/>
      <dgm:t>
        <a:bodyPr/>
        <a:lstStyle/>
        <a:p>
          <a:endParaRPr lang="en-US"/>
        </a:p>
      </dgm:t>
    </dgm:pt>
    <dgm:pt modelId="{7E99F5EF-14E8-475D-A8D8-867736F66D89}" type="sibTrans" cxnId="{43B004EA-D8F7-46D3-AF8A-391600182C91}">
      <dgm:prSet/>
      <dgm:spPr/>
      <dgm:t>
        <a:bodyPr/>
        <a:lstStyle/>
        <a:p>
          <a:endParaRPr lang="en-US"/>
        </a:p>
      </dgm:t>
    </dgm:pt>
    <dgm:pt modelId="{4BE4C418-3708-4834-BE91-F11AB16DEC13}">
      <dgm:prSet/>
      <dgm:spPr/>
      <dgm:t>
        <a:bodyPr/>
        <a:lstStyle/>
        <a:p>
          <a:r>
            <a:rPr lang="en-US"/>
            <a:t>Seed </a:t>
          </a:r>
          <a:r>
            <a:rPr lang="bg-BG"/>
            <a:t>данни и миграции</a:t>
          </a:r>
          <a:endParaRPr lang="en-US"/>
        </a:p>
      </dgm:t>
    </dgm:pt>
    <dgm:pt modelId="{6DCA019A-9C7C-4F43-8044-B69163359481}" type="parTrans" cxnId="{6138C3C4-A6FF-4CD1-AB21-175A419C5713}">
      <dgm:prSet/>
      <dgm:spPr/>
      <dgm:t>
        <a:bodyPr/>
        <a:lstStyle/>
        <a:p>
          <a:endParaRPr lang="en-US"/>
        </a:p>
      </dgm:t>
    </dgm:pt>
    <dgm:pt modelId="{24695396-9D03-4F84-8E50-6156D8A871B7}" type="sibTrans" cxnId="{6138C3C4-A6FF-4CD1-AB21-175A419C5713}">
      <dgm:prSet/>
      <dgm:spPr/>
      <dgm:t>
        <a:bodyPr/>
        <a:lstStyle/>
        <a:p>
          <a:endParaRPr lang="en-US"/>
        </a:p>
      </dgm:t>
    </dgm:pt>
    <dgm:pt modelId="{8D3D0143-E9CA-45B1-9C11-8014C60C03E0}">
      <dgm:prSet/>
      <dgm:spPr/>
      <dgm:t>
        <a:bodyPr/>
        <a:lstStyle/>
        <a:p>
          <a:r>
            <a:rPr lang="en-US"/>
            <a:t>RecipeHub.Services</a:t>
          </a:r>
        </a:p>
      </dgm:t>
    </dgm:pt>
    <dgm:pt modelId="{6372A34C-0F5E-477F-AE9A-7DEC4ACFF25B}" type="parTrans" cxnId="{851C2B69-D44B-4CE4-8E64-DA3FB1CDD472}">
      <dgm:prSet/>
      <dgm:spPr/>
      <dgm:t>
        <a:bodyPr/>
        <a:lstStyle/>
        <a:p>
          <a:endParaRPr lang="en-US"/>
        </a:p>
      </dgm:t>
    </dgm:pt>
    <dgm:pt modelId="{3DB93CB5-432A-479C-8D24-EDC096991927}" type="sibTrans" cxnId="{851C2B69-D44B-4CE4-8E64-DA3FB1CDD472}">
      <dgm:prSet/>
      <dgm:spPr/>
      <dgm:t>
        <a:bodyPr/>
        <a:lstStyle/>
        <a:p>
          <a:endParaRPr lang="en-US"/>
        </a:p>
      </dgm:t>
    </dgm:pt>
    <dgm:pt modelId="{E8F169A3-B820-47BB-8FD1-3CB40F151C1D}">
      <dgm:prSet/>
      <dgm:spPr/>
      <dgm:t>
        <a:bodyPr/>
        <a:lstStyle/>
        <a:p>
          <a:r>
            <a:rPr lang="bg-BG"/>
            <a:t>Интерфейс: </a:t>
          </a:r>
          <a:r>
            <a:rPr lang="en-US"/>
            <a:t>IRecipeService</a:t>
          </a:r>
        </a:p>
      </dgm:t>
    </dgm:pt>
    <dgm:pt modelId="{B583D4BC-AB29-4AB7-9968-39427B895859}" type="parTrans" cxnId="{A2C96EC6-1729-45A8-939C-921A89A8CEE2}">
      <dgm:prSet/>
      <dgm:spPr/>
      <dgm:t>
        <a:bodyPr/>
        <a:lstStyle/>
        <a:p>
          <a:endParaRPr lang="en-US"/>
        </a:p>
      </dgm:t>
    </dgm:pt>
    <dgm:pt modelId="{C72C91DB-71AE-4F83-96EA-D089D4FB543C}" type="sibTrans" cxnId="{A2C96EC6-1729-45A8-939C-921A89A8CEE2}">
      <dgm:prSet/>
      <dgm:spPr/>
      <dgm:t>
        <a:bodyPr/>
        <a:lstStyle/>
        <a:p>
          <a:endParaRPr lang="en-US"/>
        </a:p>
      </dgm:t>
    </dgm:pt>
    <dgm:pt modelId="{6993C308-40BE-4C18-A78E-94E398EE7A04}">
      <dgm:prSet/>
      <dgm:spPr/>
      <dgm:t>
        <a:bodyPr/>
        <a:lstStyle/>
        <a:p>
          <a:r>
            <a:rPr lang="bg-BG"/>
            <a:t>Услуги: </a:t>
          </a:r>
          <a:r>
            <a:rPr lang="en-US"/>
            <a:t>RecipeService – </a:t>
          </a:r>
          <a:r>
            <a:rPr lang="bg-BG"/>
            <a:t>логика за </a:t>
          </a:r>
          <a:r>
            <a:rPr lang="en-US"/>
            <a:t>CRUD </a:t>
          </a:r>
          <a:r>
            <a:rPr lang="bg-BG"/>
            <a:t>операции</a:t>
          </a:r>
          <a:endParaRPr lang="en-US"/>
        </a:p>
      </dgm:t>
    </dgm:pt>
    <dgm:pt modelId="{AC7DC883-9209-41A2-896C-C57B10F4CAC7}" type="parTrans" cxnId="{709C21D2-965E-4527-B72F-EC19BC226613}">
      <dgm:prSet/>
      <dgm:spPr/>
      <dgm:t>
        <a:bodyPr/>
        <a:lstStyle/>
        <a:p>
          <a:endParaRPr lang="en-US"/>
        </a:p>
      </dgm:t>
    </dgm:pt>
    <dgm:pt modelId="{5214300B-1230-4DF7-9817-2FBFDF119221}" type="sibTrans" cxnId="{709C21D2-965E-4527-B72F-EC19BC226613}">
      <dgm:prSet/>
      <dgm:spPr/>
      <dgm:t>
        <a:bodyPr/>
        <a:lstStyle/>
        <a:p>
          <a:endParaRPr lang="en-US"/>
        </a:p>
      </dgm:t>
    </dgm:pt>
    <dgm:pt modelId="{985DF882-FAC2-4BAF-B2CA-02AA41D0B127}">
      <dgm:prSet/>
      <dgm:spPr/>
      <dgm:t>
        <a:bodyPr/>
        <a:lstStyle/>
        <a:p>
          <a:r>
            <a:rPr lang="en-US"/>
            <a:t>RecipeHub.Web</a:t>
          </a:r>
        </a:p>
      </dgm:t>
    </dgm:pt>
    <dgm:pt modelId="{56BDB0EE-F74A-45E1-9EAF-A69418152419}" type="parTrans" cxnId="{728A2DA0-7FBE-4F6C-9241-14F7A12A4876}">
      <dgm:prSet/>
      <dgm:spPr/>
      <dgm:t>
        <a:bodyPr/>
        <a:lstStyle/>
        <a:p>
          <a:endParaRPr lang="en-US"/>
        </a:p>
      </dgm:t>
    </dgm:pt>
    <dgm:pt modelId="{5BC1D89B-B38F-4A76-9E54-3D7CFF468FB0}" type="sibTrans" cxnId="{728A2DA0-7FBE-4F6C-9241-14F7A12A4876}">
      <dgm:prSet/>
      <dgm:spPr/>
      <dgm:t>
        <a:bodyPr/>
        <a:lstStyle/>
        <a:p>
          <a:endParaRPr lang="en-US"/>
        </a:p>
      </dgm:t>
    </dgm:pt>
    <dgm:pt modelId="{7B906A29-52D8-4041-AA9B-422005CDDC40}">
      <dgm:prSet/>
      <dgm:spPr/>
      <dgm:t>
        <a:bodyPr/>
        <a:lstStyle/>
        <a:p>
          <a:r>
            <a:rPr lang="en-US"/>
            <a:t>MVC </a:t>
          </a:r>
          <a:r>
            <a:rPr lang="bg-BG"/>
            <a:t>контролери: </a:t>
          </a:r>
          <a:r>
            <a:rPr lang="en-US"/>
            <a:t>RecipesController</a:t>
          </a:r>
        </a:p>
      </dgm:t>
    </dgm:pt>
    <dgm:pt modelId="{209F9B68-7BC0-4BE9-A633-FB743DC4FBF0}" type="parTrans" cxnId="{D9E35E02-F521-4391-B77D-4690FA8FDC33}">
      <dgm:prSet/>
      <dgm:spPr/>
      <dgm:t>
        <a:bodyPr/>
        <a:lstStyle/>
        <a:p>
          <a:endParaRPr lang="en-US"/>
        </a:p>
      </dgm:t>
    </dgm:pt>
    <dgm:pt modelId="{A4BF9700-32F6-4538-A3D7-E7B3BDB76BEA}" type="sibTrans" cxnId="{D9E35E02-F521-4391-B77D-4690FA8FDC33}">
      <dgm:prSet/>
      <dgm:spPr/>
      <dgm:t>
        <a:bodyPr/>
        <a:lstStyle/>
        <a:p>
          <a:endParaRPr lang="en-US"/>
        </a:p>
      </dgm:t>
    </dgm:pt>
    <dgm:pt modelId="{1187A1C8-E1FA-4C6E-B378-04A0850AFD00}">
      <dgm:prSet/>
      <dgm:spPr/>
      <dgm:t>
        <a:bodyPr/>
        <a:lstStyle/>
        <a:p>
          <a:r>
            <a:rPr lang="en-US"/>
            <a:t>Views: Index, Create, Details, EditAreas: Identity </a:t>
          </a:r>
          <a:r>
            <a:rPr lang="bg-BG"/>
            <a:t>за управление на потребители</a:t>
          </a:r>
          <a:endParaRPr lang="en-US"/>
        </a:p>
      </dgm:t>
    </dgm:pt>
    <dgm:pt modelId="{B696A706-77CE-4320-8BBD-F2935B08089D}" type="parTrans" cxnId="{A43F1171-9693-495C-9779-ABE5D4BEC9D8}">
      <dgm:prSet/>
      <dgm:spPr/>
      <dgm:t>
        <a:bodyPr/>
        <a:lstStyle/>
        <a:p>
          <a:endParaRPr lang="en-US"/>
        </a:p>
      </dgm:t>
    </dgm:pt>
    <dgm:pt modelId="{209A73C7-A5D3-4C38-BD5C-F9BC6CB5913B}" type="sibTrans" cxnId="{A43F1171-9693-495C-9779-ABE5D4BEC9D8}">
      <dgm:prSet/>
      <dgm:spPr/>
      <dgm:t>
        <a:bodyPr/>
        <a:lstStyle/>
        <a:p>
          <a:endParaRPr lang="en-US"/>
        </a:p>
      </dgm:t>
    </dgm:pt>
    <dgm:pt modelId="{A3039719-1FBF-4800-BC83-92370EE860F1}" type="pres">
      <dgm:prSet presAssocID="{7BE0FCBF-D1B1-4B85-A348-6036C59DB7E4}" presName="Name0" presStyleCnt="0">
        <dgm:presLayoutVars>
          <dgm:dir/>
          <dgm:animLvl val="lvl"/>
          <dgm:resizeHandles val="exact"/>
        </dgm:presLayoutVars>
      </dgm:prSet>
      <dgm:spPr/>
    </dgm:pt>
    <dgm:pt modelId="{45F7F02D-DF1D-429C-BD2B-382E1B65DE90}" type="pres">
      <dgm:prSet presAssocID="{AA2FC4E1-8B47-40A5-921D-75DDAE48562A}" presName="linNode" presStyleCnt="0"/>
      <dgm:spPr/>
    </dgm:pt>
    <dgm:pt modelId="{C2750B75-0631-44FD-B442-F90051C8B3C2}" type="pres">
      <dgm:prSet presAssocID="{AA2FC4E1-8B47-40A5-921D-75DDAE48562A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D5FB6AD7-F669-45C8-972B-ABE233A2EEEC}" type="pres">
      <dgm:prSet presAssocID="{AA2FC4E1-8B47-40A5-921D-75DDAE48562A}" presName="descendantText" presStyleLbl="alignAccFollowNode1" presStyleIdx="0" presStyleCnt="3">
        <dgm:presLayoutVars>
          <dgm:bulletEnabled val="1"/>
        </dgm:presLayoutVars>
      </dgm:prSet>
      <dgm:spPr/>
    </dgm:pt>
    <dgm:pt modelId="{A2D5312F-BAB3-4046-A3BD-3BF5A8CA395D}" type="pres">
      <dgm:prSet presAssocID="{0C0B59DE-607D-4173-AFD7-A1C64D8B7447}" presName="sp" presStyleCnt="0"/>
      <dgm:spPr/>
    </dgm:pt>
    <dgm:pt modelId="{D5EB6926-39C0-438D-BB96-E189F55994D0}" type="pres">
      <dgm:prSet presAssocID="{8D3D0143-E9CA-45B1-9C11-8014C60C03E0}" presName="linNode" presStyleCnt="0"/>
      <dgm:spPr/>
    </dgm:pt>
    <dgm:pt modelId="{EFA97577-C791-4A42-97B8-EDEC68A52525}" type="pres">
      <dgm:prSet presAssocID="{8D3D0143-E9CA-45B1-9C11-8014C60C03E0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E2EB1D6D-1DD6-42F0-B9EB-1333D32607D1}" type="pres">
      <dgm:prSet presAssocID="{8D3D0143-E9CA-45B1-9C11-8014C60C03E0}" presName="descendantText" presStyleLbl="alignAccFollowNode1" presStyleIdx="1" presStyleCnt="3">
        <dgm:presLayoutVars>
          <dgm:bulletEnabled val="1"/>
        </dgm:presLayoutVars>
      </dgm:prSet>
      <dgm:spPr/>
    </dgm:pt>
    <dgm:pt modelId="{6A0AC5CF-C40C-4B9D-82FC-C25C98C574D8}" type="pres">
      <dgm:prSet presAssocID="{3DB93CB5-432A-479C-8D24-EDC096991927}" presName="sp" presStyleCnt="0"/>
      <dgm:spPr/>
    </dgm:pt>
    <dgm:pt modelId="{626DF771-6D86-424A-95F0-667244EE1E43}" type="pres">
      <dgm:prSet presAssocID="{985DF882-FAC2-4BAF-B2CA-02AA41D0B127}" presName="linNode" presStyleCnt="0"/>
      <dgm:spPr/>
    </dgm:pt>
    <dgm:pt modelId="{0827D380-F50C-475E-A71C-0A8ED0FDF937}" type="pres">
      <dgm:prSet presAssocID="{985DF882-FAC2-4BAF-B2CA-02AA41D0B127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0B7DDEFB-4373-4930-BF49-C57D911256DF}" type="pres">
      <dgm:prSet presAssocID="{985DF882-FAC2-4BAF-B2CA-02AA41D0B127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D9E35E02-F521-4391-B77D-4690FA8FDC33}" srcId="{985DF882-FAC2-4BAF-B2CA-02AA41D0B127}" destId="{7B906A29-52D8-4041-AA9B-422005CDDC40}" srcOrd="0" destOrd="0" parTransId="{209F9B68-7BC0-4BE9-A633-FB743DC4FBF0}" sibTransId="{A4BF9700-32F6-4538-A3D7-E7B3BDB76BEA}"/>
    <dgm:cxn modelId="{AD390B05-353B-47AF-A1B9-67F1AF65A7EF}" type="presOf" srcId="{8D3D0143-E9CA-45B1-9C11-8014C60C03E0}" destId="{EFA97577-C791-4A42-97B8-EDEC68A52525}" srcOrd="0" destOrd="0" presId="urn:microsoft.com/office/officeart/2005/8/layout/vList5"/>
    <dgm:cxn modelId="{FBAF451D-2165-40C0-873F-601BE39DBCFF}" type="presOf" srcId="{7BE0FCBF-D1B1-4B85-A348-6036C59DB7E4}" destId="{A3039719-1FBF-4800-BC83-92370EE860F1}" srcOrd="0" destOrd="0" presId="urn:microsoft.com/office/officeart/2005/8/layout/vList5"/>
    <dgm:cxn modelId="{EAE9C02F-7E85-4BF8-8861-6459C3BDE3C4}" type="presOf" srcId="{AA2FC4E1-8B47-40A5-921D-75DDAE48562A}" destId="{C2750B75-0631-44FD-B442-F90051C8B3C2}" srcOrd="0" destOrd="0" presId="urn:microsoft.com/office/officeart/2005/8/layout/vList5"/>
    <dgm:cxn modelId="{35D97D62-4FF2-4E14-ACC1-4D12CB896D26}" srcId="{7BE0FCBF-D1B1-4B85-A348-6036C59DB7E4}" destId="{AA2FC4E1-8B47-40A5-921D-75DDAE48562A}" srcOrd="0" destOrd="0" parTransId="{17EE83E8-E3D0-4702-88BC-F620815C8E0F}" sibTransId="{0C0B59DE-607D-4173-AFD7-A1C64D8B7447}"/>
    <dgm:cxn modelId="{6477B942-374F-4A76-8E94-1F02F72BF2FF}" type="presOf" srcId="{6993C308-40BE-4C18-A78E-94E398EE7A04}" destId="{E2EB1D6D-1DD6-42F0-B9EB-1333D32607D1}" srcOrd="0" destOrd="1" presId="urn:microsoft.com/office/officeart/2005/8/layout/vList5"/>
    <dgm:cxn modelId="{851C2B69-D44B-4CE4-8E64-DA3FB1CDD472}" srcId="{7BE0FCBF-D1B1-4B85-A348-6036C59DB7E4}" destId="{8D3D0143-E9CA-45B1-9C11-8014C60C03E0}" srcOrd="1" destOrd="0" parTransId="{6372A34C-0F5E-477F-AE9A-7DEC4ACFF25B}" sibTransId="{3DB93CB5-432A-479C-8D24-EDC096991927}"/>
    <dgm:cxn modelId="{A43F1171-9693-495C-9779-ABE5D4BEC9D8}" srcId="{985DF882-FAC2-4BAF-B2CA-02AA41D0B127}" destId="{1187A1C8-E1FA-4C6E-B378-04A0850AFD00}" srcOrd="1" destOrd="0" parTransId="{B696A706-77CE-4320-8BBD-F2935B08089D}" sibTransId="{209A73C7-A5D3-4C38-BD5C-F9BC6CB5913B}"/>
    <dgm:cxn modelId="{9EACB592-B204-4653-AC2F-B398D9F1100B}" type="presOf" srcId="{29E3F819-BDA4-48FC-AA62-DF1F5FAA9E21}" destId="{D5FB6AD7-F669-45C8-972B-ABE233A2EEEC}" srcOrd="0" destOrd="1" presId="urn:microsoft.com/office/officeart/2005/8/layout/vList5"/>
    <dgm:cxn modelId="{B3D7DC96-367D-4F33-B0CC-4EC1E5114A34}" type="presOf" srcId="{4BE4C418-3708-4834-BE91-F11AB16DEC13}" destId="{D5FB6AD7-F669-45C8-972B-ABE233A2EEEC}" srcOrd="0" destOrd="2" presId="urn:microsoft.com/office/officeart/2005/8/layout/vList5"/>
    <dgm:cxn modelId="{728A2DA0-7FBE-4F6C-9241-14F7A12A4876}" srcId="{7BE0FCBF-D1B1-4B85-A348-6036C59DB7E4}" destId="{985DF882-FAC2-4BAF-B2CA-02AA41D0B127}" srcOrd="2" destOrd="0" parTransId="{56BDB0EE-F74A-45E1-9EAF-A69418152419}" sibTransId="{5BC1D89B-B38F-4A76-9E54-3D7CFF468FB0}"/>
    <dgm:cxn modelId="{8ADF91A5-7302-43C8-A635-F5D447A08398}" type="presOf" srcId="{7B906A29-52D8-4041-AA9B-422005CDDC40}" destId="{0B7DDEFB-4373-4930-BF49-C57D911256DF}" srcOrd="0" destOrd="0" presId="urn:microsoft.com/office/officeart/2005/8/layout/vList5"/>
    <dgm:cxn modelId="{1557D3AD-63B0-4E26-AA49-5292361473ED}" srcId="{AA2FC4E1-8B47-40A5-921D-75DDAE48562A}" destId="{EC08FA86-A1EC-4140-9360-CEDDBF256557}" srcOrd="0" destOrd="0" parTransId="{5CE56296-322E-4EA8-B96C-4536D1F356E8}" sibTransId="{82D7835E-F84F-4F61-A18E-71877F18849C}"/>
    <dgm:cxn modelId="{3BB6DEAE-F1AF-4402-AC69-C0A32F3A0337}" type="presOf" srcId="{EC08FA86-A1EC-4140-9360-CEDDBF256557}" destId="{D5FB6AD7-F669-45C8-972B-ABE233A2EEEC}" srcOrd="0" destOrd="0" presId="urn:microsoft.com/office/officeart/2005/8/layout/vList5"/>
    <dgm:cxn modelId="{C2F21CBE-A3D4-4734-BD9D-01F78F9CE733}" type="presOf" srcId="{985DF882-FAC2-4BAF-B2CA-02AA41D0B127}" destId="{0827D380-F50C-475E-A71C-0A8ED0FDF937}" srcOrd="0" destOrd="0" presId="urn:microsoft.com/office/officeart/2005/8/layout/vList5"/>
    <dgm:cxn modelId="{6138C3C4-A6FF-4CD1-AB21-175A419C5713}" srcId="{AA2FC4E1-8B47-40A5-921D-75DDAE48562A}" destId="{4BE4C418-3708-4834-BE91-F11AB16DEC13}" srcOrd="2" destOrd="0" parTransId="{6DCA019A-9C7C-4F43-8044-B69163359481}" sibTransId="{24695396-9D03-4F84-8E50-6156D8A871B7}"/>
    <dgm:cxn modelId="{A2C96EC6-1729-45A8-939C-921A89A8CEE2}" srcId="{8D3D0143-E9CA-45B1-9C11-8014C60C03E0}" destId="{E8F169A3-B820-47BB-8FD1-3CB40F151C1D}" srcOrd="0" destOrd="0" parTransId="{B583D4BC-AB29-4AB7-9968-39427B895859}" sibTransId="{C72C91DB-71AE-4F83-96EA-D089D4FB543C}"/>
    <dgm:cxn modelId="{5206AEC8-6DFD-4E62-A72D-DD5E8F9BEB05}" type="presOf" srcId="{1187A1C8-E1FA-4C6E-B378-04A0850AFD00}" destId="{0B7DDEFB-4373-4930-BF49-C57D911256DF}" srcOrd="0" destOrd="1" presId="urn:microsoft.com/office/officeart/2005/8/layout/vList5"/>
    <dgm:cxn modelId="{709C21D2-965E-4527-B72F-EC19BC226613}" srcId="{8D3D0143-E9CA-45B1-9C11-8014C60C03E0}" destId="{6993C308-40BE-4C18-A78E-94E398EE7A04}" srcOrd="1" destOrd="0" parTransId="{AC7DC883-9209-41A2-896C-C57B10F4CAC7}" sibTransId="{5214300B-1230-4DF7-9817-2FBFDF119221}"/>
    <dgm:cxn modelId="{8EF3BFD7-6A12-43B3-A8DD-75452DA4FB69}" type="presOf" srcId="{E8F169A3-B820-47BB-8FD1-3CB40F151C1D}" destId="{E2EB1D6D-1DD6-42F0-B9EB-1333D32607D1}" srcOrd="0" destOrd="0" presId="urn:microsoft.com/office/officeart/2005/8/layout/vList5"/>
    <dgm:cxn modelId="{43B004EA-D8F7-46D3-AF8A-391600182C91}" srcId="{AA2FC4E1-8B47-40A5-921D-75DDAE48562A}" destId="{29E3F819-BDA4-48FC-AA62-DF1F5FAA9E21}" srcOrd="1" destOrd="0" parTransId="{B22EC129-42B0-4DD2-9638-E82FD3255A04}" sibTransId="{7E99F5EF-14E8-475D-A8D8-867736F66D89}"/>
    <dgm:cxn modelId="{682578C6-0D8B-4028-9D9E-916A4BCC7C9C}" type="presParOf" srcId="{A3039719-1FBF-4800-BC83-92370EE860F1}" destId="{45F7F02D-DF1D-429C-BD2B-382E1B65DE90}" srcOrd="0" destOrd="0" presId="urn:microsoft.com/office/officeart/2005/8/layout/vList5"/>
    <dgm:cxn modelId="{BA08C598-C0C0-4F9C-A3B3-2AAE2233C911}" type="presParOf" srcId="{45F7F02D-DF1D-429C-BD2B-382E1B65DE90}" destId="{C2750B75-0631-44FD-B442-F90051C8B3C2}" srcOrd="0" destOrd="0" presId="urn:microsoft.com/office/officeart/2005/8/layout/vList5"/>
    <dgm:cxn modelId="{D82717F1-24D6-4F8D-82A0-F816CFEC244B}" type="presParOf" srcId="{45F7F02D-DF1D-429C-BD2B-382E1B65DE90}" destId="{D5FB6AD7-F669-45C8-972B-ABE233A2EEEC}" srcOrd="1" destOrd="0" presId="urn:microsoft.com/office/officeart/2005/8/layout/vList5"/>
    <dgm:cxn modelId="{5C8A24EE-C2CA-4A19-92CD-050BF8F25C59}" type="presParOf" srcId="{A3039719-1FBF-4800-BC83-92370EE860F1}" destId="{A2D5312F-BAB3-4046-A3BD-3BF5A8CA395D}" srcOrd="1" destOrd="0" presId="urn:microsoft.com/office/officeart/2005/8/layout/vList5"/>
    <dgm:cxn modelId="{B9DC8E85-89BD-4D60-B350-34AF17100EFC}" type="presParOf" srcId="{A3039719-1FBF-4800-BC83-92370EE860F1}" destId="{D5EB6926-39C0-438D-BB96-E189F55994D0}" srcOrd="2" destOrd="0" presId="urn:microsoft.com/office/officeart/2005/8/layout/vList5"/>
    <dgm:cxn modelId="{0749C3DA-26AF-4E16-9ABC-413B769487E7}" type="presParOf" srcId="{D5EB6926-39C0-438D-BB96-E189F55994D0}" destId="{EFA97577-C791-4A42-97B8-EDEC68A52525}" srcOrd="0" destOrd="0" presId="urn:microsoft.com/office/officeart/2005/8/layout/vList5"/>
    <dgm:cxn modelId="{12CD34E4-203A-4C63-AB63-487F8D8FCB74}" type="presParOf" srcId="{D5EB6926-39C0-438D-BB96-E189F55994D0}" destId="{E2EB1D6D-1DD6-42F0-B9EB-1333D32607D1}" srcOrd="1" destOrd="0" presId="urn:microsoft.com/office/officeart/2005/8/layout/vList5"/>
    <dgm:cxn modelId="{79F1D9CC-D551-4AC3-95D9-C3950F519971}" type="presParOf" srcId="{A3039719-1FBF-4800-BC83-92370EE860F1}" destId="{6A0AC5CF-C40C-4B9D-82FC-C25C98C574D8}" srcOrd="3" destOrd="0" presId="urn:microsoft.com/office/officeart/2005/8/layout/vList5"/>
    <dgm:cxn modelId="{F8015CA6-3CB7-4172-8699-DB4F5D38B0D9}" type="presParOf" srcId="{A3039719-1FBF-4800-BC83-92370EE860F1}" destId="{626DF771-6D86-424A-95F0-667244EE1E43}" srcOrd="4" destOrd="0" presId="urn:microsoft.com/office/officeart/2005/8/layout/vList5"/>
    <dgm:cxn modelId="{58A34AB8-096F-4527-98F8-DE20590431A2}" type="presParOf" srcId="{626DF771-6D86-424A-95F0-667244EE1E43}" destId="{0827D380-F50C-475E-A71C-0A8ED0FDF937}" srcOrd="0" destOrd="0" presId="urn:microsoft.com/office/officeart/2005/8/layout/vList5"/>
    <dgm:cxn modelId="{E3620EBE-57F9-461E-BEA2-9CAC05A2FA58}" type="presParOf" srcId="{626DF771-6D86-424A-95F0-667244EE1E43}" destId="{0B7DDEFB-4373-4930-BF49-C57D911256D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3549F65-FE3E-41C8-9810-D20BCC8507AE}" type="doc">
      <dgm:prSet loTypeId="urn:microsoft.com/office/officeart/2008/layout/LinedList" loCatId="list" qsTypeId="urn:microsoft.com/office/officeart/2005/8/quickstyle/simple4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90A17BB7-F5BD-4F2B-80DD-CB4A5A3E8E4C}">
      <dgm:prSet/>
      <dgm:spPr/>
      <dgm:t>
        <a:bodyPr/>
        <a:lstStyle/>
        <a:p>
          <a:r>
            <a:rPr lang="ru-RU"/>
            <a:t>Регистрация и вход за потребители.</a:t>
          </a:r>
          <a:endParaRPr lang="en-US"/>
        </a:p>
      </dgm:t>
    </dgm:pt>
    <dgm:pt modelId="{A2BF0146-D6AB-4836-9EAD-BD17DD33D285}" type="parTrans" cxnId="{8320743B-F357-4A36-8011-B4833A8F0FA5}">
      <dgm:prSet/>
      <dgm:spPr/>
      <dgm:t>
        <a:bodyPr/>
        <a:lstStyle/>
        <a:p>
          <a:endParaRPr lang="en-US"/>
        </a:p>
      </dgm:t>
    </dgm:pt>
    <dgm:pt modelId="{3749DD7C-7BAD-425C-87CB-C4289ED22FE5}" type="sibTrans" cxnId="{8320743B-F357-4A36-8011-B4833A8F0FA5}">
      <dgm:prSet/>
      <dgm:spPr/>
      <dgm:t>
        <a:bodyPr/>
        <a:lstStyle/>
        <a:p>
          <a:endParaRPr lang="en-US"/>
        </a:p>
      </dgm:t>
    </dgm:pt>
    <dgm:pt modelId="{E7529FAA-00C2-45D6-9121-35F8D13D0B53}">
      <dgm:prSet/>
      <dgm:spPr/>
      <dgm:t>
        <a:bodyPr/>
        <a:lstStyle/>
        <a:p>
          <a:r>
            <a:rPr lang="ru-RU"/>
            <a:t>Създаване на рецепти с избрана категория и съставки.</a:t>
          </a:r>
          <a:endParaRPr lang="en-US"/>
        </a:p>
      </dgm:t>
    </dgm:pt>
    <dgm:pt modelId="{42CBD714-F84C-454D-8456-EB194786F000}" type="parTrans" cxnId="{8635AC07-0704-480B-9968-E08DCFE5099E}">
      <dgm:prSet/>
      <dgm:spPr/>
      <dgm:t>
        <a:bodyPr/>
        <a:lstStyle/>
        <a:p>
          <a:endParaRPr lang="en-US"/>
        </a:p>
      </dgm:t>
    </dgm:pt>
    <dgm:pt modelId="{5B118703-136F-4C3F-9F8C-38DCD92D4B02}" type="sibTrans" cxnId="{8635AC07-0704-480B-9968-E08DCFE5099E}">
      <dgm:prSet/>
      <dgm:spPr/>
      <dgm:t>
        <a:bodyPr/>
        <a:lstStyle/>
        <a:p>
          <a:endParaRPr lang="en-US"/>
        </a:p>
      </dgm:t>
    </dgm:pt>
    <dgm:pt modelId="{2361B884-8DE8-425A-902C-A33080F057AC}">
      <dgm:prSet/>
      <dgm:spPr/>
      <dgm:t>
        <a:bodyPr/>
        <a:lstStyle/>
        <a:p>
          <a:r>
            <a:rPr lang="ru-RU"/>
            <a:t>Редакция и изтриване на съществуващи рецепти.</a:t>
          </a:r>
          <a:endParaRPr lang="en-US"/>
        </a:p>
      </dgm:t>
    </dgm:pt>
    <dgm:pt modelId="{93C71D8F-7D66-442E-8632-15140F327285}" type="parTrans" cxnId="{0D1B18E6-FEAB-47F8-8839-18DC4FB0DB37}">
      <dgm:prSet/>
      <dgm:spPr/>
      <dgm:t>
        <a:bodyPr/>
        <a:lstStyle/>
        <a:p>
          <a:endParaRPr lang="en-US"/>
        </a:p>
      </dgm:t>
    </dgm:pt>
    <dgm:pt modelId="{7BAED4CE-897B-466D-A37A-7582FDD89E1D}" type="sibTrans" cxnId="{0D1B18E6-FEAB-47F8-8839-18DC4FB0DB37}">
      <dgm:prSet/>
      <dgm:spPr/>
      <dgm:t>
        <a:bodyPr/>
        <a:lstStyle/>
        <a:p>
          <a:endParaRPr lang="en-US"/>
        </a:p>
      </dgm:t>
    </dgm:pt>
    <dgm:pt modelId="{A7B620B1-38AD-4A04-8EDE-76CABB73EBF2}">
      <dgm:prSet/>
      <dgm:spPr/>
      <dgm:t>
        <a:bodyPr/>
        <a:lstStyle/>
        <a:p>
          <a:r>
            <a:rPr lang="ru-RU"/>
            <a:t>Преглед на всички рецепти с категории и съставки.</a:t>
          </a:r>
          <a:endParaRPr lang="en-US"/>
        </a:p>
      </dgm:t>
    </dgm:pt>
    <dgm:pt modelId="{805A566C-47C5-41A5-AC0A-80F86830E809}" type="parTrans" cxnId="{B7F9862F-F0BA-4F63-8B6B-180A4F6AE0D6}">
      <dgm:prSet/>
      <dgm:spPr/>
      <dgm:t>
        <a:bodyPr/>
        <a:lstStyle/>
        <a:p>
          <a:endParaRPr lang="en-US"/>
        </a:p>
      </dgm:t>
    </dgm:pt>
    <dgm:pt modelId="{13DD9B6D-CEAC-4924-8CDC-D67675FD0960}" type="sibTrans" cxnId="{B7F9862F-F0BA-4F63-8B6B-180A4F6AE0D6}">
      <dgm:prSet/>
      <dgm:spPr/>
      <dgm:t>
        <a:bodyPr/>
        <a:lstStyle/>
        <a:p>
          <a:endParaRPr lang="en-US"/>
        </a:p>
      </dgm:t>
    </dgm:pt>
    <dgm:pt modelId="{C5CB3B65-6C27-470E-857C-A2EB5DDBB226}">
      <dgm:prSet/>
      <dgm:spPr/>
      <dgm:t>
        <a:bodyPr/>
        <a:lstStyle/>
        <a:p>
          <a:r>
            <a:rPr lang="ru-RU"/>
            <a:t>Филтриране по категории.</a:t>
          </a:r>
          <a:endParaRPr lang="en-US"/>
        </a:p>
      </dgm:t>
    </dgm:pt>
    <dgm:pt modelId="{FF092369-DED2-44E2-826A-A8DB31D23071}" type="parTrans" cxnId="{83F6C158-4A8B-4AAE-A848-49376C671C42}">
      <dgm:prSet/>
      <dgm:spPr/>
      <dgm:t>
        <a:bodyPr/>
        <a:lstStyle/>
        <a:p>
          <a:endParaRPr lang="en-US"/>
        </a:p>
      </dgm:t>
    </dgm:pt>
    <dgm:pt modelId="{B292BD28-D340-4B58-97F7-F0397915895C}" type="sibTrans" cxnId="{83F6C158-4A8B-4AAE-A848-49376C671C42}">
      <dgm:prSet/>
      <dgm:spPr/>
      <dgm:t>
        <a:bodyPr/>
        <a:lstStyle/>
        <a:p>
          <a:endParaRPr lang="en-US"/>
        </a:p>
      </dgm:t>
    </dgm:pt>
    <dgm:pt modelId="{54A0610E-7215-44FB-BCF7-4525FA024658}" type="pres">
      <dgm:prSet presAssocID="{73549F65-FE3E-41C8-9810-D20BCC8507AE}" presName="vert0" presStyleCnt="0">
        <dgm:presLayoutVars>
          <dgm:dir/>
          <dgm:animOne val="branch"/>
          <dgm:animLvl val="lvl"/>
        </dgm:presLayoutVars>
      </dgm:prSet>
      <dgm:spPr/>
    </dgm:pt>
    <dgm:pt modelId="{35B8C069-8BD7-4DD7-82A9-6C40BE36086F}" type="pres">
      <dgm:prSet presAssocID="{90A17BB7-F5BD-4F2B-80DD-CB4A5A3E8E4C}" presName="thickLine" presStyleLbl="alignNode1" presStyleIdx="0" presStyleCnt="5"/>
      <dgm:spPr/>
    </dgm:pt>
    <dgm:pt modelId="{17DFB957-2D83-4DFA-9DD1-BC4E35C75926}" type="pres">
      <dgm:prSet presAssocID="{90A17BB7-F5BD-4F2B-80DD-CB4A5A3E8E4C}" presName="horz1" presStyleCnt="0"/>
      <dgm:spPr/>
    </dgm:pt>
    <dgm:pt modelId="{2F199F56-7E9F-4870-B796-E91A8F3ABF08}" type="pres">
      <dgm:prSet presAssocID="{90A17BB7-F5BD-4F2B-80DD-CB4A5A3E8E4C}" presName="tx1" presStyleLbl="revTx" presStyleIdx="0" presStyleCnt="5"/>
      <dgm:spPr/>
    </dgm:pt>
    <dgm:pt modelId="{133414B7-68E4-4BF2-9055-26E43401FC9E}" type="pres">
      <dgm:prSet presAssocID="{90A17BB7-F5BD-4F2B-80DD-CB4A5A3E8E4C}" presName="vert1" presStyleCnt="0"/>
      <dgm:spPr/>
    </dgm:pt>
    <dgm:pt modelId="{F9CD7FAA-E19B-4085-A87E-6770C0480801}" type="pres">
      <dgm:prSet presAssocID="{E7529FAA-00C2-45D6-9121-35F8D13D0B53}" presName="thickLine" presStyleLbl="alignNode1" presStyleIdx="1" presStyleCnt="5"/>
      <dgm:spPr/>
    </dgm:pt>
    <dgm:pt modelId="{F9FB4AA8-697F-4A6F-B2F0-71D5E8A1DACD}" type="pres">
      <dgm:prSet presAssocID="{E7529FAA-00C2-45D6-9121-35F8D13D0B53}" presName="horz1" presStyleCnt="0"/>
      <dgm:spPr/>
    </dgm:pt>
    <dgm:pt modelId="{7E08160C-214B-4E50-B835-B8DE5DC34A08}" type="pres">
      <dgm:prSet presAssocID="{E7529FAA-00C2-45D6-9121-35F8D13D0B53}" presName="tx1" presStyleLbl="revTx" presStyleIdx="1" presStyleCnt="5"/>
      <dgm:spPr/>
    </dgm:pt>
    <dgm:pt modelId="{4A6A4C1B-A003-4A81-830F-662F35F2AF33}" type="pres">
      <dgm:prSet presAssocID="{E7529FAA-00C2-45D6-9121-35F8D13D0B53}" presName="vert1" presStyleCnt="0"/>
      <dgm:spPr/>
    </dgm:pt>
    <dgm:pt modelId="{FCC2346A-2646-4A6F-800A-022E706D5B5C}" type="pres">
      <dgm:prSet presAssocID="{2361B884-8DE8-425A-902C-A33080F057AC}" presName="thickLine" presStyleLbl="alignNode1" presStyleIdx="2" presStyleCnt="5"/>
      <dgm:spPr/>
    </dgm:pt>
    <dgm:pt modelId="{9BFFEFEA-DD19-4ACC-8C5F-06C3978A08F6}" type="pres">
      <dgm:prSet presAssocID="{2361B884-8DE8-425A-902C-A33080F057AC}" presName="horz1" presStyleCnt="0"/>
      <dgm:spPr/>
    </dgm:pt>
    <dgm:pt modelId="{16EC5DE5-C82E-4EA3-84AF-D6D09C418F62}" type="pres">
      <dgm:prSet presAssocID="{2361B884-8DE8-425A-902C-A33080F057AC}" presName="tx1" presStyleLbl="revTx" presStyleIdx="2" presStyleCnt="5"/>
      <dgm:spPr/>
    </dgm:pt>
    <dgm:pt modelId="{E0E44AC4-0281-4EFF-902D-49C1B975ACA1}" type="pres">
      <dgm:prSet presAssocID="{2361B884-8DE8-425A-902C-A33080F057AC}" presName="vert1" presStyleCnt="0"/>
      <dgm:spPr/>
    </dgm:pt>
    <dgm:pt modelId="{6A4C56BD-BBDF-4345-96A0-59E46DE83BB0}" type="pres">
      <dgm:prSet presAssocID="{A7B620B1-38AD-4A04-8EDE-76CABB73EBF2}" presName="thickLine" presStyleLbl="alignNode1" presStyleIdx="3" presStyleCnt="5"/>
      <dgm:spPr/>
    </dgm:pt>
    <dgm:pt modelId="{FD51CB16-D03D-4608-80C8-4BFF4EA7CB88}" type="pres">
      <dgm:prSet presAssocID="{A7B620B1-38AD-4A04-8EDE-76CABB73EBF2}" presName="horz1" presStyleCnt="0"/>
      <dgm:spPr/>
    </dgm:pt>
    <dgm:pt modelId="{FACE1A65-0428-48E2-B36D-39A0AFC81AA1}" type="pres">
      <dgm:prSet presAssocID="{A7B620B1-38AD-4A04-8EDE-76CABB73EBF2}" presName="tx1" presStyleLbl="revTx" presStyleIdx="3" presStyleCnt="5"/>
      <dgm:spPr/>
    </dgm:pt>
    <dgm:pt modelId="{E42E9E62-452A-4190-8747-4B849F71AE80}" type="pres">
      <dgm:prSet presAssocID="{A7B620B1-38AD-4A04-8EDE-76CABB73EBF2}" presName="vert1" presStyleCnt="0"/>
      <dgm:spPr/>
    </dgm:pt>
    <dgm:pt modelId="{AAA8A0A1-76C7-48DB-B226-08831072A48F}" type="pres">
      <dgm:prSet presAssocID="{C5CB3B65-6C27-470E-857C-A2EB5DDBB226}" presName="thickLine" presStyleLbl="alignNode1" presStyleIdx="4" presStyleCnt="5"/>
      <dgm:spPr/>
    </dgm:pt>
    <dgm:pt modelId="{2DBB3F68-C63D-45FE-90D0-0D7B9FDFDA71}" type="pres">
      <dgm:prSet presAssocID="{C5CB3B65-6C27-470E-857C-A2EB5DDBB226}" presName="horz1" presStyleCnt="0"/>
      <dgm:spPr/>
    </dgm:pt>
    <dgm:pt modelId="{CF8C6055-72D5-4CF7-9206-739200ED9283}" type="pres">
      <dgm:prSet presAssocID="{C5CB3B65-6C27-470E-857C-A2EB5DDBB226}" presName="tx1" presStyleLbl="revTx" presStyleIdx="4" presStyleCnt="5"/>
      <dgm:spPr/>
    </dgm:pt>
    <dgm:pt modelId="{A2A6ACFB-09C5-4BD7-B77A-74D29BD2C6C4}" type="pres">
      <dgm:prSet presAssocID="{C5CB3B65-6C27-470E-857C-A2EB5DDBB226}" presName="vert1" presStyleCnt="0"/>
      <dgm:spPr/>
    </dgm:pt>
  </dgm:ptLst>
  <dgm:cxnLst>
    <dgm:cxn modelId="{D4F44103-79F8-43FD-BF81-F33417E47177}" type="presOf" srcId="{E7529FAA-00C2-45D6-9121-35F8D13D0B53}" destId="{7E08160C-214B-4E50-B835-B8DE5DC34A08}" srcOrd="0" destOrd="0" presId="urn:microsoft.com/office/officeart/2008/layout/LinedList"/>
    <dgm:cxn modelId="{8635AC07-0704-480B-9968-E08DCFE5099E}" srcId="{73549F65-FE3E-41C8-9810-D20BCC8507AE}" destId="{E7529FAA-00C2-45D6-9121-35F8D13D0B53}" srcOrd="1" destOrd="0" parTransId="{42CBD714-F84C-454D-8456-EB194786F000}" sibTransId="{5B118703-136F-4C3F-9F8C-38DCD92D4B02}"/>
    <dgm:cxn modelId="{B7F9862F-F0BA-4F63-8B6B-180A4F6AE0D6}" srcId="{73549F65-FE3E-41C8-9810-D20BCC8507AE}" destId="{A7B620B1-38AD-4A04-8EDE-76CABB73EBF2}" srcOrd="3" destOrd="0" parTransId="{805A566C-47C5-41A5-AC0A-80F86830E809}" sibTransId="{13DD9B6D-CEAC-4924-8CDC-D67675FD0960}"/>
    <dgm:cxn modelId="{8320743B-F357-4A36-8011-B4833A8F0FA5}" srcId="{73549F65-FE3E-41C8-9810-D20BCC8507AE}" destId="{90A17BB7-F5BD-4F2B-80DD-CB4A5A3E8E4C}" srcOrd="0" destOrd="0" parTransId="{A2BF0146-D6AB-4836-9EAD-BD17DD33D285}" sibTransId="{3749DD7C-7BAD-425C-87CB-C4289ED22FE5}"/>
    <dgm:cxn modelId="{9AE9E065-0D8A-4435-933C-346001945DD7}" type="presOf" srcId="{A7B620B1-38AD-4A04-8EDE-76CABB73EBF2}" destId="{FACE1A65-0428-48E2-B36D-39A0AFC81AA1}" srcOrd="0" destOrd="0" presId="urn:microsoft.com/office/officeart/2008/layout/LinedList"/>
    <dgm:cxn modelId="{8FCC9F6B-3714-44C4-B03E-6BFA19B6D80D}" type="presOf" srcId="{73549F65-FE3E-41C8-9810-D20BCC8507AE}" destId="{54A0610E-7215-44FB-BCF7-4525FA024658}" srcOrd="0" destOrd="0" presId="urn:microsoft.com/office/officeart/2008/layout/LinedList"/>
    <dgm:cxn modelId="{83F6C158-4A8B-4AAE-A848-49376C671C42}" srcId="{73549F65-FE3E-41C8-9810-D20BCC8507AE}" destId="{C5CB3B65-6C27-470E-857C-A2EB5DDBB226}" srcOrd="4" destOrd="0" parTransId="{FF092369-DED2-44E2-826A-A8DB31D23071}" sibTransId="{B292BD28-D340-4B58-97F7-F0397915895C}"/>
    <dgm:cxn modelId="{05DFE882-2D52-4A7A-83D4-D4410954C520}" type="presOf" srcId="{2361B884-8DE8-425A-902C-A33080F057AC}" destId="{16EC5DE5-C82E-4EA3-84AF-D6D09C418F62}" srcOrd="0" destOrd="0" presId="urn:microsoft.com/office/officeart/2008/layout/LinedList"/>
    <dgm:cxn modelId="{2E4F43C2-99C1-4D9E-8C04-22F9A4925382}" type="presOf" srcId="{C5CB3B65-6C27-470E-857C-A2EB5DDBB226}" destId="{CF8C6055-72D5-4CF7-9206-739200ED9283}" srcOrd="0" destOrd="0" presId="urn:microsoft.com/office/officeart/2008/layout/LinedList"/>
    <dgm:cxn modelId="{295933CE-175A-411F-AB81-7F1F12DFD016}" type="presOf" srcId="{90A17BB7-F5BD-4F2B-80DD-CB4A5A3E8E4C}" destId="{2F199F56-7E9F-4870-B796-E91A8F3ABF08}" srcOrd="0" destOrd="0" presId="urn:microsoft.com/office/officeart/2008/layout/LinedList"/>
    <dgm:cxn modelId="{0D1B18E6-FEAB-47F8-8839-18DC4FB0DB37}" srcId="{73549F65-FE3E-41C8-9810-D20BCC8507AE}" destId="{2361B884-8DE8-425A-902C-A33080F057AC}" srcOrd="2" destOrd="0" parTransId="{93C71D8F-7D66-442E-8632-15140F327285}" sibTransId="{7BAED4CE-897B-466D-A37A-7582FDD89E1D}"/>
    <dgm:cxn modelId="{AA0386ED-0F2A-42F8-8099-08473CB6848F}" type="presParOf" srcId="{54A0610E-7215-44FB-BCF7-4525FA024658}" destId="{35B8C069-8BD7-4DD7-82A9-6C40BE36086F}" srcOrd="0" destOrd="0" presId="urn:microsoft.com/office/officeart/2008/layout/LinedList"/>
    <dgm:cxn modelId="{59459881-7CAB-4AAA-9120-96893FD4EB09}" type="presParOf" srcId="{54A0610E-7215-44FB-BCF7-4525FA024658}" destId="{17DFB957-2D83-4DFA-9DD1-BC4E35C75926}" srcOrd="1" destOrd="0" presId="urn:microsoft.com/office/officeart/2008/layout/LinedList"/>
    <dgm:cxn modelId="{8809D637-C14D-420A-A442-BC2D791CBFDF}" type="presParOf" srcId="{17DFB957-2D83-4DFA-9DD1-BC4E35C75926}" destId="{2F199F56-7E9F-4870-B796-E91A8F3ABF08}" srcOrd="0" destOrd="0" presId="urn:microsoft.com/office/officeart/2008/layout/LinedList"/>
    <dgm:cxn modelId="{FC58CBAD-0033-46F3-973E-C0A79F25F478}" type="presParOf" srcId="{17DFB957-2D83-4DFA-9DD1-BC4E35C75926}" destId="{133414B7-68E4-4BF2-9055-26E43401FC9E}" srcOrd="1" destOrd="0" presId="urn:microsoft.com/office/officeart/2008/layout/LinedList"/>
    <dgm:cxn modelId="{4359018A-960C-46A0-8A0C-4F695C0C2F03}" type="presParOf" srcId="{54A0610E-7215-44FB-BCF7-4525FA024658}" destId="{F9CD7FAA-E19B-4085-A87E-6770C0480801}" srcOrd="2" destOrd="0" presId="urn:microsoft.com/office/officeart/2008/layout/LinedList"/>
    <dgm:cxn modelId="{A38734EF-B807-4058-8401-217580058D3E}" type="presParOf" srcId="{54A0610E-7215-44FB-BCF7-4525FA024658}" destId="{F9FB4AA8-697F-4A6F-B2F0-71D5E8A1DACD}" srcOrd="3" destOrd="0" presId="urn:microsoft.com/office/officeart/2008/layout/LinedList"/>
    <dgm:cxn modelId="{27B7E247-ABA9-41D0-98B6-C3314D22DE1F}" type="presParOf" srcId="{F9FB4AA8-697F-4A6F-B2F0-71D5E8A1DACD}" destId="{7E08160C-214B-4E50-B835-B8DE5DC34A08}" srcOrd="0" destOrd="0" presId="urn:microsoft.com/office/officeart/2008/layout/LinedList"/>
    <dgm:cxn modelId="{DA49175B-34A6-4933-B581-8BA80B422844}" type="presParOf" srcId="{F9FB4AA8-697F-4A6F-B2F0-71D5E8A1DACD}" destId="{4A6A4C1B-A003-4A81-830F-662F35F2AF33}" srcOrd="1" destOrd="0" presId="urn:microsoft.com/office/officeart/2008/layout/LinedList"/>
    <dgm:cxn modelId="{836F0FF7-AADF-4777-9DBB-48F087807808}" type="presParOf" srcId="{54A0610E-7215-44FB-BCF7-4525FA024658}" destId="{FCC2346A-2646-4A6F-800A-022E706D5B5C}" srcOrd="4" destOrd="0" presId="urn:microsoft.com/office/officeart/2008/layout/LinedList"/>
    <dgm:cxn modelId="{21DF211F-A8B5-4E6D-8672-3DDB98D9A4AF}" type="presParOf" srcId="{54A0610E-7215-44FB-BCF7-4525FA024658}" destId="{9BFFEFEA-DD19-4ACC-8C5F-06C3978A08F6}" srcOrd="5" destOrd="0" presId="urn:microsoft.com/office/officeart/2008/layout/LinedList"/>
    <dgm:cxn modelId="{09007280-9AB3-4E54-A361-57B632714CE3}" type="presParOf" srcId="{9BFFEFEA-DD19-4ACC-8C5F-06C3978A08F6}" destId="{16EC5DE5-C82E-4EA3-84AF-D6D09C418F62}" srcOrd="0" destOrd="0" presId="urn:microsoft.com/office/officeart/2008/layout/LinedList"/>
    <dgm:cxn modelId="{5FF9329F-7717-446D-98E4-CF03CAED5828}" type="presParOf" srcId="{9BFFEFEA-DD19-4ACC-8C5F-06C3978A08F6}" destId="{E0E44AC4-0281-4EFF-902D-49C1B975ACA1}" srcOrd="1" destOrd="0" presId="urn:microsoft.com/office/officeart/2008/layout/LinedList"/>
    <dgm:cxn modelId="{50109AA1-5DAB-4D45-9BD3-9314BDC33018}" type="presParOf" srcId="{54A0610E-7215-44FB-BCF7-4525FA024658}" destId="{6A4C56BD-BBDF-4345-96A0-59E46DE83BB0}" srcOrd="6" destOrd="0" presId="urn:microsoft.com/office/officeart/2008/layout/LinedList"/>
    <dgm:cxn modelId="{41843880-8C7E-4BE3-BFE5-4111970D9815}" type="presParOf" srcId="{54A0610E-7215-44FB-BCF7-4525FA024658}" destId="{FD51CB16-D03D-4608-80C8-4BFF4EA7CB88}" srcOrd="7" destOrd="0" presId="urn:microsoft.com/office/officeart/2008/layout/LinedList"/>
    <dgm:cxn modelId="{781C4443-5676-4DF7-9DB5-9E2C855B3C92}" type="presParOf" srcId="{FD51CB16-D03D-4608-80C8-4BFF4EA7CB88}" destId="{FACE1A65-0428-48E2-B36D-39A0AFC81AA1}" srcOrd="0" destOrd="0" presId="urn:microsoft.com/office/officeart/2008/layout/LinedList"/>
    <dgm:cxn modelId="{9B5A85C3-64C2-4F04-BBEC-33F3FD250920}" type="presParOf" srcId="{FD51CB16-D03D-4608-80C8-4BFF4EA7CB88}" destId="{E42E9E62-452A-4190-8747-4B849F71AE80}" srcOrd="1" destOrd="0" presId="urn:microsoft.com/office/officeart/2008/layout/LinedList"/>
    <dgm:cxn modelId="{959ACCA8-FDE3-4076-B43F-F298A3A1FBBE}" type="presParOf" srcId="{54A0610E-7215-44FB-BCF7-4525FA024658}" destId="{AAA8A0A1-76C7-48DB-B226-08831072A48F}" srcOrd="8" destOrd="0" presId="urn:microsoft.com/office/officeart/2008/layout/LinedList"/>
    <dgm:cxn modelId="{4FD8E6DF-336F-47D3-AEA1-B5278BF8D4CA}" type="presParOf" srcId="{54A0610E-7215-44FB-BCF7-4525FA024658}" destId="{2DBB3F68-C63D-45FE-90D0-0D7B9FDFDA71}" srcOrd="9" destOrd="0" presId="urn:microsoft.com/office/officeart/2008/layout/LinedList"/>
    <dgm:cxn modelId="{525771EF-8D29-46CB-9911-9960A95D7150}" type="presParOf" srcId="{2DBB3F68-C63D-45FE-90D0-0D7B9FDFDA71}" destId="{CF8C6055-72D5-4CF7-9206-739200ED9283}" srcOrd="0" destOrd="0" presId="urn:microsoft.com/office/officeart/2008/layout/LinedList"/>
    <dgm:cxn modelId="{2CA1D8A1-2FC1-4646-B5DE-0CC933E13E8C}" type="presParOf" srcId="{2DBB3F68-C63D-45FE-90D0-0D7B9FDFDA71}" destId="{A2A6ACFB-09C5-4BD7-B77A-74D29BD2C6C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FB6AD7-F669-45C8-972B-ABE233A2EEEC}">
      <dsp:nvSpPr>
        <dsp:cNvPr id="0" name=""/>
        <dsp:cNvSpPr/>
      </dsp:nvSpPr>
      <dsp:spPr>
        <a:xfrm rot="5400000">
          <a:off x="6041361" y="-2381407"/>
          <a:ext cx="1178718" cy="6240678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2100" kern="1200"/>
            <a:t>Модели: </a:t>
          </a:r>
          <a:r>
            <a:rPr lang="en-US" sz="2100" kern="1200"/>
            <a:t>Recipe, Category, Ingredient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2100" kern="1200"/>
            <a:t>Контекст: </a:t>
          </a:r>
          <a:r>
            <a:rPr lang="en-US" sz="2100" kern="1200"/>
            <a:t>ApplicationDbContext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Seed </a:t>
          </a:r>
          <a:r>
            <a:rPr lang="bg-BG" sz="2100" kern="1200"/>
            <a:t>данни и миграции</a:t>
          </a:r>
          <a:endParaRPr lang="en-US" sz="2100" kern="1200"/>
        </a:p>
      </dsp:txBody>
      <dsp:txXfrm rot="-5400000">
        <a:off x="3510381" y="207113"/>
        <a:ext cx="6183138" cy="1063638"/>
      </dsp:txXfrm>
    </dsp:sp>
    <dsp:sp modelId="{C2750B75-0631-44FD-B442-F90051C8B3C2}">
      <dsp:nvSpPr>
        <dsp:cNvPr id="0" name=""/>
        <dsp:cNvSpPr/>
      </dsp:nvSpPr>
      <dsp:spPr>
        <a:xfrm>
          <a:off x="0" y="2232"/>
          <a:ext cx="3510381" cy="147339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RecipeHub.Data</a:t>
          </a:r>
        </a:p>
      </dsp:txBody>
      <dsp:txXfrm>
        <a:off x="71925" y="74157"/>
        <a:ext cx="3366531" cy="1329548"/>
      </dsp:txXfrm>
    </dsp:sp>
    <dsp:sp modelId="{E2EB1D6D-1DD6-42F0-B9EB-1333D32607D1}">
      <dsp:nvSpPr>
        <dsp:cNvPr id="0" name=""/>
        <dsp:cNvSpPr/>
      </dsp:nvSpPr>
      <dsp:spPr>
        <a:xfrm rot="5400000">
          <a:off x="6041361" y="-834339"/>
          <a:ext cx="1178718" cy="6240678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2100" kern="1200"/>
            <a:t>Интерфейс: </a:t>
          </a:r>
          <a:r>
            <a:rPr lang="en-US" sz="2100" kern="1200"/>
            <a:t>IRecipeService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2100" kern="1200"/>
            <a:t>Услуги: </a:t>
          </a:r>
          <a:r>
            <a:rPr lang="en-US" sz="2100" kern="1200"/>
            <a:t>RecipeService – </a:t>
          </a:r>
          <a:r>
            <a:rPr lang="bg-BG" sz="2100" kern="1200"/>
            <a:t>логика за </a:t>
          </a:r>
          <a:r>
            <a:rPr lang="en-US" sz="2100" kern="1200"/>
            <a:t>CRUD </a:t>
          </a:r>
          <a:r>
            <a:rPr lang="bg-BG" sz="2100" kern="1200"/>
            <a:t>операции</a:t>
          </a:r>
          <a:endParaRPr lang="en-US" sz="2100" kern="1200"/>
        </a:p>
      </dsp:txBody>
      <dsp:txXfrm rot="-5400000">
        <a:off x="3510381" y="1754181"/>
        <a:ext cx="6183138" cy="1063638"/>
      </dsp:txXfrm>
    </dsp:sp>
    <dsp:sp modelId="{EFA97577-C791-4A42-97B8-EDEC68A52525}">
      <dsp:nvSpPr>
        <dsp:cNvPr id="0" name=""/>
        <dsp:cNvSpPr/>
      </dsp:nvSpPr>
      <dsp:spPr>
        <a:xfrm>
          <a:off x="0" y="1549300"/>
          <a:ext cx="3510381" cy="147339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RecipeHub.Services</a:t>
          </a:r>
        </a:p>
      </dsp:txBody>
      <dsp:txXfrm>
        <a:off x="71925" y="1621225"/>
        <a:ext cx="3366531" cy="1329548"/>
      </dsp:txXfrm>
    </dsp:sp>
    <dsp:sp modelId="{0B7DDEFB-4373-4930-BF49-C57D911256DF}">
      <dsp:nvSpPr>
        <dsp:cNvPr id="0" name=""/>
        <dsp:cNvSpPr/>
      </dsp:nvSpPr>
      <dsp:spPr>
        <a:xfrm rot="5400000">
          <a:off x="6041361" y="712729"/>
          <a:ext cx="1178718" cy="6240678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MVC </a:t>
          </a:r>
          <a:r>
            <a:rPr lang="bg-BG" sz="2100" kern="1200"/>
            <a:t>контролери: </a:t>
          </a:r>
          <a:r>
            <a:rPr lang="en-US" sz="2100" kern="1200"/>
            <a:t>RecipesController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Views: Index, Create, Details, EditAreas: Identity </a:t>
          </a:r>
          <a:r>
            <a:rPr lang="bg-BG" sz="2100" kern="1200"/>
            <a:t>за управление на потребители</a:t>
          </a:r>
          <a:endParaRPr lang="en-US" sz="2100" kern="1200"/>
        </a:p>
      </dsp:txBody>
      <dsp:txXfrm rot="-5400000">
        <a:off x="3510381" y="3301249"/>
        <a:ext cx="6183138" cy="1063638"/>
      </dsp:txXfrm>
    </dsp:sp>
    <dsp:sp modelId="{0827D380-F50C-475E-A71C-0A8ED0FDF937}">
      <dsp:nvSpPr>
        <dsp:cNvPr id="0" name=""/>
        <dsp:cNvSpPr/>
      </dsp:nvSpPr>
      <dsp:spPr>
        <a:xfrm>
          <a:off x="0" y="3096369"/>
          <a:ext cx="3510381" cy="147339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RecipeHub.Web</a:t>
          </a:r>
        </a:p>
      </dsp:txBody>
      <dsp:txXfrm>
        <a:off x="71925" y="3168294"/>
        <a:ext cx="3366531" cy="13295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B8C069-8BD7-4DD7-82A9-6C40BE36086F}">
      <dsp:nvSpPr>
        <dsp:cNvPr id="0" name=""/>
        <dsp:cNvSpPr/>
      </dsp:nvSpPr>
      <dsp:spPr>
        <a:xfrm>
          <a:off x="0" y="558"/>
          <a:ext cx="975105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F199F56-7E9F-4870-B796-E91A8F3ABF08}">
      <dsp:nvSpPr>
        <dsp:cNvPr id="0" name=""/>
        <dsp:cNvSpPr/>
      </dsp:nvSpPr>
      <dsp:spPr>
        <a:xfrm>
          <a:off x="0" y="558"/>
          <a:ext cx="9751059" cy="914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/>
            <a:t>Регистрация и вход за потребители.</a:t>
          </a:r>
          <a:endParaRPr lang="en-US" sz="3000" kern="1200"/>
        </a:p>
      </dsp:txBody>
      <dsp:txXfrm>
        <a:off x="0" y="558"/>
        <a:ext cx="9751059" cy="914176"/>
      </dsp:txXfrm>
    </dsp:sp>
    <dsp:sp modelId="{F9CD7FAA-E19B-4085-A87E-6770C0480801}">
      <dsp:nvSpPr>
        <dsp:cNvPr id="0" name=""/>
        <dsp:cNvSpPr/>
      </dsp:nvSpPr>
      <dsp:spPr>
        <a:xfrm>
          <a:off x="0" y="914734"/>
          <a:ext cx="975105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E08160C-214B-4E50-B835-B8DE5DC34A08}">
      <dsp:nvSpPr>
        <dsp:cNvPr id="0" name=""/>
        <dsp:cNvSpPr/>
      </dsp:nvSpPr>
      <dsp:spPr>
        <a:xfrm>
          <a:off x="0" y="914734"/>
          <a:ext cx="9751059" cy="914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/>
            <a:t>Създаване на рецепти с избрана категория и съставки.</a:t>
          </a:r>
          <a:endParaRPr lang="en-US" sz="3000" kern="1200"/>
        </a:p>
      </dsp:txBody>
      <dsp:txXfrm>
        <a:off x="0" y="914734"/>
        <a:ext cx="9751059" cy="914176"/>
      </dsp:txXfrm>
    </dsp:sp>
    <dsp:sp modelId="{FCC2346A-2646-4A6F-800A-022E706D5B5C}">
      <dsp:nvSpPr>
        <dsp:cNvPr id="0" name=""/>
        <dsp:cNvSpPr/>
      </dsp:nvSpPr>
      <dsp:spPr>
        <a:xfrm>
          <a:off x="0" y="1828911"/>
          <a:ext cx="975105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6EC5DE5-C82E-4EA3-84AF-D6D09C418F62}">
      <dsp:nvSpPr>
        <dsp:cNvPr id="0" name=""/>
        <dsp:cNvSpPr/>
      </dsp:nvSpPr>
      <dsp:spPr>
        <a:xfrm>
          <a:off x="0" y="1828911"/>
          <a:ext cx="9751059" cy="914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/>
            <a:t>Редакция и изтриване на съществуващи рецепти.</a:t>
          </a:r>
          <a:endParaRPr lang="en-US" sz="3000" kern="1200"/>
        </a:p>
      </dsp:txBody>
      <dsp:txXfrm>
        <a:off x="0" y="1828911"/>
        <a:ext cx="9751059" cy="914176"/>
      </dsp:txXfrm>
    </dsp:sp>
    <dsp:sp modelId="{6A4C56BD-BBDF-4345-96A0-59E46DE83BB0}">
      <dsp:nvSpPr>
        <dsp:cNvPr id="0" name=""/>
        <dsp:cNvSpPr/>
      </dsp:nvSpPr>
      <dsp:spPr>
        <a:xfrm>
          <a:off x="0" y="2743088"/>
          <a:ext cx="975105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ACE1A65-0428-48E2-B36D-39A0AFC81AA1}">
      <dsp:nvSpPr>
        <dsp:cNvPr id="0" name=""/>
        <dsp:cNvSpPr/>
      </dsp:nvSpPr>
      <dsp:spPr>
        <a:xfrm>
          <a:off x="0" y="2743088"/>
          <a:ext cx="9751059" cy="914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/>
            <a:t>Преглед на всички рецепти с категории и съставки.</a:t>
          </a:r>
          <a:endParaRPr lang="en-US" sz="3000" kern="1200"/>
        </a:p>
      </dsp:txBody>
      <dsp:txXfrm>
        <a:off x="0" y="2743088"/>
        <a:ext cx="9751059" cy="914176"/>
      </dsp:txXfrm>
    </dsp:sp>
    <dsp:sp modelId="{AAA8A0A1-76C7-48DB-B226-08831072A48F}">
      <dsp:nvSpPr>
        <dsp:cNvPr id="0" name=""/>
        <dsp:cNvSpPr/>
      </dsp:nvSpPr>
      <dsp:spPr>
        <a:xfrm>
          <a:off x="0" y="3657265"/>
          <a:ext cx="975105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F8C6055-72D5-4CF7-9206-739200ED9283}">
      <dsp:nvSpPr>
        <dsp:cNvPr id="0" name=""/>
        <dsp:cNvSpPr/>
      </dsp:nvSpPr>
      <dsp:spPr>
        <a:xfrm>
          <a:off x="0" y="3657265"/>
          <a:ext cx="9751059" cy="914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/>
            <a:t>Филтриране по категории.</a:t>
          </a:r>
          <a:endParaRPr lang="en-US" sz="3000" kern="1200"/>
        </a:p>
      </dsp:txBody>
      <dsp:txXfrm>
        <a:off x="0" y="3657265"/>
        <a:ext cx="9751059" cy="9141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5E03B7-B591-4A2A-B695-014C5A39F13E}" type="datetimeFigureOut">
              <a:rPr lang="en-US"/>
              <a:t>2/14/2026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322BB-75AD-4A1E-9661-2724167329F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2705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DFBD7B-E4FB-4AA8-9540-FD148073ACB3}" type="datetimeFigureOut">
              <a:rPr lang="en-US"/>
              <a:t>2/14/2026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45B7DE-1198-4F2F-B574-CA8CAE34164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2312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Заглавен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quares"/>
          <p:cNvGrpSpPr/>
          <p:nvPr/>
        </p:nvGrpSpPr>
        <p:grpSpPr>
          <a:xfrm>
            <a:off x="0" y="1135743"/>
            <a:ext cx="1622332" cy="799981"/>
            <a:chOff x="0" y="452558"/>
            <a:chExt cx="914400" cy="524182"/>
          </a:xfrm>
        </p:grpSpPr>
        <p:sp>
          <p:nvSpPr>
            <p:cNvPr id="8" name="Rounded Rectangle 7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324" y="362396"/>
            <a:ext cx="9141619" cy="167640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000"/>
            </a:lvl1pPr>
          </a:lstStyle>
          <a:p>
            <a:r>
              <a:rPr lang="bg-BG"/>
              <a:t>Редакт. стил загл. образец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2089595"/>
            <a:ext cx="9141619" cy="886344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09051-6E81-43E8-9099-FF6A0C3DCFE8}" type="datetime1">
              <a:rPr lang="en-US"/>
              <a:t>2/14/2026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7510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3EA6D-DF0B-4D4B-B359-5F1D1D0E30A4}" type="datetime1">
              <a:rPr lang="en-US"/>
              <a:t>2/14/2026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515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лавка разд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quares"/>
          <p:cNvGrpSpPr/>
          <p:nvPr/>
        </p:nvGrpSpPr>
        <p:grpSpPr>
          <a:xfrm>
            <a:off x="0" y="3124415"/>
            <a:ext cx="1622332" cy="805061"/>
            <a:chOff x="0" y="2343311"/>
            <a:chExt cx="1217066" cy="603796"/>
          </a:xfrm>
        </p:grpSpPr>
        <p:sp>
          <p:nvSpPr>
            <p:cNvPr id="8" name="Rounded Rectangle 7"/>
            <p:cNvSpPr/>
            <p:nvPr/>
          </p:nvSpPr>
          <p:spPr>
            <a:xfrm>
              <a:off x="787514" y="2347123"/>
              <a:ext cx="429552" cy="599984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86370" y="2347123"/>
              <a:ext cx="429552" cy="59998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92604" y="2535915"/>
              <a:ext cx="599986" cy="214778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9" name="bottom graphic"/>
          <p:cNvGrpSpPr/>
          <p:nvPr/>
        </p:nvGrpSpPr>
        <p:grpSpPr>
          <a:xfrm>
            <a:off x="0" y="5409216"/>
            <a:ext cx="12188825" cy="1462483"/>
            <a:chOff x="0" y="4056912"/>
            <a:chExt cx="9144000" cy="1096862"/>
          </a:xfrm>
        </p:grpSpPr>
        <p:sp>
          <p:nvSpPr>
            <p:cNvPr id="20" name="Freeform 19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ectangle 72"/>
            <p:cNvSpPr/>
            <p:nvPr/>
          </p:nvSpPr>
          <p:spPr bwMode="ltGray">
            <a:xfrm rot="5400000">
              <a:off x="4023569" y="33343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324" y="1932518"/>
            <a:ext cx="9141619" cy="2105367"/>
          </a:xfrm>
        </p:spPr>
        <p:txBody>
          <a:bodyPr anchor="b">
            <a:normAutofit/>
          </a:bodyPr>
          <a:lstStyle>
            <a:lvl1pPr algn="l">
              <a:defRPr sz="6000" b="0" cap="none" baseline="0"/>
            </a:lvl1pPr>
          </a:lstStyle>
          <a:p>
            <a:r>
              <a:rPr lang="bg-BG"/>
              <a:t>Редакт. стил загл. образец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324" y="4084264"/>
            <a:ext cx="9141619" cy="933297"/>
          </a:xfrm>
        </p:spPr>
        <p:txBody>
          <a:bodyPr anchor="t"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EDB99-15BC-4479-BAC5-1E502E66917A}" type="datetime1">
              <a:rPr lang="en-US"/>
              <a:t>2/14/2026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569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152400"/>
            <a:ext cx="9751060" cy="1295400"/>
          </a:xfrm>
        </p:spPr>
        <p:txBody>
          <a:bodyPr/>
          <a:lstStyle/>
          <a:p>
            <a:r>
              <a:rPr lang="bg-BG"/>
              <a:t>Редакт. стил загл. образец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1600200"/>
            <a:ext cx="4875530" cy="4572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2" y="1600200"/>
            <a:ext cx="4875530" cy="4572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7C2A3-CD19-48AB-9F64-ECCF75182EDD}" type="datetime1">
              <a:rPr lang="en-US"/>
              <a:t>2/14/2026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7796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152400"/>
            <a:ext cx="9751060" cy="1295400"/>
          </a:xfrm>
        </p:spPr>
        <p:txBody>
          <a:bodyPr/>
          <a:lstStyle>
            <a:lvl1pPr>
              <a:defRPr/>
            </a:lvl1pPr>
          </a:lstStyle>
          <a:p>
            <a:r>
              <a:rPr lang="bg-BG"/>
              <a:t>Редакт. стил загл. образец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1524000"/>
            <a:ext cx="4875530" cy="816429"/>
          </a:xfrm>
        </p:spPr>
        <p:txBody>
          <a:bodyPr anchor="ctr">
            <a:norm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2413000"/>
            <a:ext cx="4875530" cy="375919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412" y="1524000"/>
            <a:ext cx="4875530" cy="816429"/>
          </a:xfrm>
        </p:spPr>
        <p:txBody>
          <a:bodyPr anchor="ctr">
            <a:norm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412" y="2413000"/>
            <a:ext cx="4875530" cy="375919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E8C1-7C87-4705-AB97-8CD17D208E3F}" type="datetime1">
              <a:rPr lang="en-US"/>
              <a:t>2/14/2026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7039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C624E-DF92-4841-B9B9-DD11AA239B85}" type="datetime1">
              <a:rPr lang="en-US"/>
              <a:t>2/14/2026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903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bottom graphic"/>
          <p:cNvGrpSpPr/>
          <p:nvPr/>
        </p:nvGrpSpPr>
        <p:grpSpPr>
          <a:xfrm>
            <a:off x="0" y="5409216"/>
            <a:ext cx="12188825" cy="1462483"/>
            <a:chOff x="0" y="4056912"/>
            <a:chExt cx="9144000" cy="1096862"/>
          </a:xfrm>
        </p:grpSpPr>
        <p:sp>
          <p:nvSpPr>
            <p:cNvPr id="9" name="Freeform 8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72"/>
            <p:cNvSpPr/>
            <p:nvPr/>
          </p:nvSpPr>
          <p:spPr bwMode="ltGray">
            <a:xfrm rot="5400000">
              <a:off x="4023569" y="33343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A3AE1-4360-4D5B-BDBC-656B872DD533}" type="datetime1">
              <a:rPr lang="en-US"/>
              <a:t>2/14/2026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5395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bg-BG"/>
              <a:t>Редакт. стил загл. образец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5530" y="1600200"/>
            <a:ext cx="6094413" cy="4572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3" y="1600202"/>
            <a:ext cx="3453500" cy="4571999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90708-46A4-4851-883E-8DFB8939107E}" type="datetime1">
              <a:rPr lang="en-US"/>
              <a:t>2/14/2026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396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bg-BG"/>
              <a:t>Редакт. стил загл. образец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218887" y="1600200"/>
            <a:ext cx="6703850" cy="3657600"/>
          </a:xfrm>
          <a:prstGeom prst="roundRect">
            <a:avLst>
              <a:gd name="adj" fmla="val 309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27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5883" y="1600200"/>
            <a:ext cx="2844059" cy="3759200"/>
          </a:xfrm>
        </p:spPr>
        <p:txBody>
          <a:bodyPr anchor="b"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EFFC-86AE-4294-A319-CAFC2651994B}" type="datetime1">
              <a:rPr lang="en-US"/>
              <a:t>2/14/2026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2985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EAB04-7709-4C1E-A61A-74684A0170FC}" type="datetime1">
              <a:rPr lang="en-US"/>
              <a:t>2/14/2026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0825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quares"/>
          <p:cNvGrpSpPr/>
          <p:nvPr/>
        </p:nvGrpSpPr>
        <p:grpSpPr>
          <a:xfrm rot="5400000">
            <a:off x="9583007" y="233864"/>
            <a:ext cx="1063300" cy="524046"/>
            <a:chOff x="0" y="452558"/>
            <a:chExt cx="914400" cy="524182"/>
          </a:xfrm>
        </p:grpSpPr>
        <p:sp>
          <p:nvSpPr>
            <p:cNvPr id="8" name="Rounded Rectangle 7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5" name="bottom graphic"/>
          <p:cNvGrpSpPr/>
          <p:nvPr/>
        </p:nvGrpSpPr>
        <p:grpSpPr>
          <a:xfrm>
            <a:off x="0" y="5395517"/>
            <a:ext cx="12188825" cy="1462483"/>
            <a:chOff x="0" y="4046638"/>
            <a:chExt cx="9144000" cy="1096862"/>
          </a:xfrm>
        </p:grpSpPr>
        <p:sp>
          <p:nvSpPr>
            <p:cNvPr id="16" name="Freeform 15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72"/>
            <p:cNvSpPr/>
            <p:nvPr/>
          </p:nvSpPr>
          <p:spPr bwMode="ltGray">
            <a:xfrm rot="5400000">
              <a:off x="4023569" y="23069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1060" y="1150514"/>
            <a:ext cx="1828324" cy="5021685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1150514"/>
            <a:ext cx="8227457" cy="5021685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9BD0D-E0B1-4CED-AC65-708AC79EB9CD}" type="datetime1">
              <a:rPr lang="en-US"/>
              <a:t>2/14/2026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644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bottom graphic"/>
          <p:cNvGrpSpPr/>
          <p:nvPr/>
        </p:nvGrpSpPr>
        <p:grpSpPr>
          <a:xfrm>
            <a:off x="0" y="5409216"/>
            <a:ext cx="12188825" cy="1462483"/>
            <a:chOff x="0" y="4056912"/>
            <a:chExt cx="9144000" cy="1096862"/>
          </a:xfrm>
        </p:grpSpPr>
        <p:sp>
          <p:nvSpPr>
            <p:cNvPr id="21" name="Freeform 20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72"/>
            <p:cNvSpPr/>
            <p:nvPr/>
          </p:nvSpPr>
          <p:spPr bwMode="ltGray">
            <a:xfrm rot="5400000">
              <a:off x="4023569" y="33343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grpSp>
        <p:nvGrpSpPr>
          <p:cNvPr id="7" name="squares"/>
          <p:cNvGrpSpPr/>
          <p:nvPr/>
        </p:nvGrpSpPr>
        <p:grpSpPr>
          <a:xfrm>
            <a:off x="1" y="800551"/>
            <a:ext cx="1063023" cy="524183"/>
            <a:chOff x="0" y="452558"/>
            <a:chExt cx="914400" cy="524182"/>
          </a:xfrm>
        </p:grpSpPr>
        <p:sp>
          <p:nvSpPr>
            <p:cNvPr id="8" name="Rounded Rectangle 7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152400"/>
            <a:ext cx="9751060" cy="12954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bg-BG"/>
              <a:t>Редакт. стил загл. образец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600200"/>
            <a:ext cx="9751060" cy="45720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8883" y="6448425"/>
            <a:ext cx="8288401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47913" y="6448425"/>
            <a:ext cx="1422030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29E8617-6EA8-4B97-A5E8-E18E98765EE2}" type="datetime1">
              <a:rPr lang="en-US"/>
              <a:pPr/>
              <a:t>2/14/2026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1516" y="6448425"/>
            <a:ext cx="812588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4C99D79-8A4B-4031-B1E0-AF26F8EDF2BC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2682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55772" indent="-304747" algn="l" defTabSz="1218987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0679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82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10884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5987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01089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6192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1294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hyperlink" Target="https://github.com/fbakalov/RecipeHub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/>
              <a:t>RecipeHub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/>
              <a:t>Филип Бакалов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835050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94C3CD6A-9F6C-ED3D-F2B2-99D3615C9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Въведение</a:t>
            </a:r>
            <a:endParaRPr lang="en-US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6994C479-02B0-F98E-B8B3-08B10E8EB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RecipeHub е уеб базирана платформа за управление на рецепти.</a:t>
            </a:r>
          </a:p>
          <a:p>
            <a:r>
              <a:rPr lang="ru-RU"/>
              <a:t>Позволява на потребителите да създават, редактират и разглеждат рецепти.</a:t>
            </a:r>
          </a:p>
          <a:p>
            <a:r>
              <a:rPr lang="bg-BG"/>
              <a:t>Изградено с </a:t>
            </a:r>
            <a:r>
              <a:rPr lang="en-US"/>
              <a:t>ASP.NET Core MVC</a:t>
            </a:r>
          </a:p>
        </p:txBody>
      </p:sp>
      <p:pic>
        <p:nvPicPr>
          <p:cNvPr id="9" name="Графика 8" descr="Hamburger and fries meal with juice and an orange">
            <a:extLst>
              <a:ext uri="{FF2B5EF4-FFF2-40B4-BE49-F238E27FC236}">
                <a16:creationId xmlns:a16="http://schemas.microsoft.com/office/drawing/2014/main" id="{9F87EA69-0A3E-71ED-C65D-74EF55C29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8212" y="213360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38744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D7121C2F-BDB4-F31C-0FE1-0F2CEA7D9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Цел на проекта</a:t>
            </a:r>
            <a:endParaRPr lang="en-US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EDA1C7A3-7B54-565E-CD07-0386D0790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Създаване на удобна платформа за споделяне и управление на рецепти.</a:t>
            </a:r>
          </a:p>
          <a:p>
            <a:r>
              <a:rPr lang="ru-RU"/>
              <a:t>Осигуряване на потребителска автентикация и управление на акаунти.</a:t>
            </a:r>
          </a:p>
          <a:p>
            <a:r>
              <a:rPr lang="ru-RU"/>
              <a:t>Демонстрация на трислойна архитектура.</a:t>
            </a:r>
          </a:p>
          <a:p>
            <a:endParaRPr lang="en-US"/>
          </a:p>
        </p:txBody>
      </p:sp>
      <p:pic>
        <p:nvPicPr>
          <p:cNvPr id="7" name="Графика 6" descr="A slice of cake with a present, a mug, and a vase with flowers">
            <a:extLst>
              <a:ext uri="{FF2B5EF4-FFF2-40B4-BE49-F238E27FC236}">
                <a16:creationId xmlns:a16="http://schemas.microsoft.com/office/drawing/2014/main" id="{87B3A080-9557-AF71-8C9B-3B9DDD8388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6425" y="2895600"/>
            <a:ext cx="39624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945873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38109904-AE0D-99C2-3458-E142EC640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152400"/>
            <a:ext cx="9751060" cy="1295400"/>
          </a:xfrm>
        </p:spPr>
        <p:txBody>
          <a:bodyPr anchor="b">
            <a:normAutofit/>
          </a:bodyPr>
          <a:lstStyle/>
          <a:p>
            <a:r>
              <a:rPr lang="bg-BG"/>
              <a:t>Структура на проекта </a:t>
            </a:r>
            <a:endParaRPr lang="en-US"/>
          </a:p>
        </p:txBody>
      </p:sp>
      <p:graphicFrame>
        <p:nvGraphicFramePr>
          <p:cNvPr id="5" name="Контейнер за съдържание 2">
            <a:extLst>
              <a:ext uri="{FF2B5EF4-FFF2-40B4-BE49-F238E27FC236}">
                <a16:creationId xmlns:a16="http://schemas.microsoft.com/office/drawing/2014/main" id="{CDCECE35-383A-C40C-42D0-7CA5ADBB82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228034"/>
              </p:ext>
            </p:extLst>
          </p:nvPr>
        </p:nvGraphicFramePr>
        <p:xfrm>
          <a:off x="1218883" y="1600200"/>
          <a:ext cx="975106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3349850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38E1CDBE-6AEC-FF8D-FF66-C1E8234E8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152400"/>
            <a:ext cx="9751060" cy="1295400"/>
          </a:xfrm>
        </p:spPr>
        <p:txBody>
          <a:bodyPr anchor="b">
            <a:normAutofit/>
          </a:bodyPr>
          <a:lstStyle/>
          <a:p>
            <a:r>
              <a:rPr lang="bg-BG"/>
              <a:t>Структура на базата данни</a:t>
            </a:r>
            <a:endParaRPr lang="en-US"/>
          </a:p>
        </p:txBody>
      </p:sp>
      <p:pic>
        <p:nvPicPr>
          <p:cNvPr id="5" name="Картина 4" descr="Картина, която съдържа текст, екранна снимка, диаграма, Шрифт&#10;&#10;Генерираното от ИИ съдържание може да е неправилно.">
            <a:extLst>
              <a:ext uri="{FF2B5EF4-FFF2-40B4-BE49-F238E27FC236}">
                <a16:creationId xmlns:a16="http://schemas.microsoft.com/office/drawing/2014/main" id="{718F2298-EAA5-3104-8845-226534724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504" y="1600200"/>
            <a:ext cx="8139815" cy="457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28407312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B0A1BAF6-FBF0-38CA-F029-2A6D2BBB6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152400"/>
            <a:ext cx="9751060" cy="1295400"/>
          </a:xfrm>
        </p:spPr>
        <p:txBody>
          <a:bodyPr anchor="b">
            <a:normAutofit/>
          </a:bodyPr>
          <a:lstStyle/>
          <a:p>
            <a:r>
              <a:rPr lang="bg-BG"/>
              <a:t>Основни функции на приложението</a:t>
            </a:r>
            <a:endParaRPr lang="en-US"/>
          </a:p>
        </p:txBody>
      </p:sp>
      <p:graphicFrame>
        <p:nvGraphicFramePr>
          <p:cNvPr id="5" name="Контейнер за съдържание 2">
            <a:extLst>
              <a:ext uri="{FF2B5EF4-FFF2-40B4-BE49-F238E27FC236}">
                <a16:creationId xmlns:a16="http://schemas.microsoft.com/office/drawing/2014/main" id="{D6095F5E-B1B7-8B46-132C-196A6E1D97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3916572"/>
              </p:ext>
            </p:extLst>
          </p:nvPr>
        </p:nvGraphicFramePr>
        <p:xfrm>
          <a:off x="1218883" y="1600200"/>
          <a:ext cx="975106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8479780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330A9774-EDD3-7B4F-7F98-461C5602D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Демонстрация на приложението</a:t>
            </a:r>
            <a:endParaRPr lang="en-US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5629D428-BFAB-6545-7E0D-EF4319931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https://github.com/fbakalov/RecipeHub</a:t>
            </a:r>
            <a:endParaRPr lang="bg-BG"/>
          </a:p>
          <a:p>
            <a:pPr marL="0" indent="0">
              <a:buNone/>
            </a:pPr>
            <a:endParaRPr lang="en-US"/>
          </a:p>
        </p:txBody>
      </p:sp>
      <p:pic>
        <p:nvPicPr>
          <p:cNvPr id="5" name="Картина 4" descr="Sushi picked up with chopsticks">
            <a:extLst>
              <a:ext uri="{FF2B5EF4-FFF2-40B4-BE49-F238E27FC236}">
                <a16:creationId xmlns:a16="http://schemas.microsoft.com/office/drawing/2014/main" id="{40E232EE-8D5E-1609-3779-FA9EABCAD3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412" y="2677751"/>
            <a:ext cx="5427410" cy="3617390"/>
          </a:xfrm>
          <a:prstGeom prst="rect">
            <a:avLst/>
          </a:prstGeom>
        </p:spPr>
      </p:pic>
      <p:pic>
        <p:nvPicPr>
          <p:cNvPr id="7" name="Картина 6" descr="Person wearing oven gloves holding baking tray with cooked whole vegetables and meat over metal rack in open oven">
            <a:extLst>
              <a:ext uri="{FF2B5EF4-FFF2-40B4-BE49-F238E27FC236}">
                <a16:creationId xmlns:a16="http://schemas.microsoft.com/office/drawing/2014/main" id="{83245049-DB19-C846-532B-388BC7D5F3A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5224" y="2677751"/>
            <a:ext cx="5427411" cy="361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6023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74873DD7-B82B-AE78-B34B-92C583925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Технологии и инструменти </a:t>
            </a:r>
            <a:endParaRPr lang="en-US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AABAFD0E-DDDB-4E04-2193-02A032AF5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ASP.NET Core MVC</a:t>
            </a:r>
            <a:endParaRPr lang="bg-BG"/>
          </a:p>
          <a:p>
            <a:r>
              <a:rPr lang="en-US"/>
              <a:t>Entity Framework Core</a:t>
            </a:r>
            <a:endParaRPr lang="bg-BG"/>
          </a:p>
          <a:p>
            <a:r>
              <a:rPr lang="en-US"/>
              <a:t>SQL Server / LocalDBASP.NET </a:t>
            </a:r>
            <a:endParaRPr lang="bg-BG"/>
          </a:p>
          <a:p>
            <a:r>
              <a:rPr lang="en-US"/>
              <a:t>Identity </a:t>
            </a:r>
            <a:r>
              <a:rPr lang="bg-BG"/>
              <a:t>за автентикация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6526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ooking 16x9">
  <a:themeElements>
    <a:clrScheme name="Cooking_16x9">
      <a:dk1>
        <a:srgbClr val="000000"/>
      </a:dk1>
      <a:lt1>
        <a:sysClr val="window" lastClr="FFFFFF"/>
      </a:lt1>
      <a:dk2>
        <a:srgbClr val="7F7F7F"/>
      </a:dk2>
      <a:lt2>
        <a:srgbClr val="E6E6E6"/>
      </a:lt2>
      <a:accent1>
        <a:srgbClr val="89C01C"/>
      </a:accent1>
      <a:accent2>
        <a:srgbClr val="FCB22C"/>
      </a:accent2>
      <a:accent3>
        <a:srgbClr val="FE750E"/>
      </a:accent3>
      <a:accent4>
        <a:srgbClr val="F23610"/>
      </a:accent4>
      <a:accent5>
        <a:srgbClr val="7C283A"/>
      </a:accent5>
      <a:accent6>
        <a:srgbClr val="3E7520"/>
      </a:accent6>
      <a:hlink>
        <a:srgbClr val="89C01C"/>
      </a:hlink>
      <a:folHlink>
        <a:srgbClr val="A6A6A6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sh food presentation (widescreen).potx" id="{63DD3034-9CB5-4B6F-BCA0-530A5E267AB2}" vid="{9783A5E3-1DF2-4F3C-8902-0C2EB8A188D6}"/>
    </a:ext>
  </a:extLst>
</a:theme>
</file>

<file path=ppt/theme/theme2.xml><?xml version="1.0" encoding="utf-8"?>
<a:theme xmlns:a="http://schemas.openxmlformats.org/drawingml/2006/main" name="Office Theme">
  <a:themeElements>
    <a:clrScheme name="Cooking_16x9">
      <a:dk1>
        <a:srgbClr val="000000"/>
      </a:dk1>
      <a:lt1>
        <a:sysClr val="window" lastClr="FFFFFF"/>
      </a:lt1>
      <a:dk2>
        <a:srgbClr val="7F7F7F"/>
      </a:dk2>
      <a:lt2>
        <a:srgbClr val="E6E6E6"/>
      </a:lt2>
      <a:accent1>
        <a:srgbClr val="89C01C"/>
      </a:accent1>
      <a:accent2>
        <a:srgbClr val="FCB22C"/>
      </a:accent2>
      <a:accent3>
        <a:srgbClr val="FE750E"/>
      </a:accent3>
      <a:accent4>
        <a:srgbClr val="F23610"/>
      </a:accent4>
      <a:accent5>
        <a:srgbClr val="7C283A"/>
      </a:accent5>
      <a:accent6>
        <a:srgbClr val="3E7520"/>
      </a:accent6>
      <a:hlink>
        <a:srgbClr val="89C01C"/>
      </a:hlink>
      <a:folHlink>
        <a:srgbClr val="A6A6A6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ooking_16x9">
      <a:dk1>
        <a:srgbClr val="000000"/>
      </a:dk1>
      <a:lt1>
        <a:sysClr val="window" lastClr="FFFFFF"/>
      </a:lt1>
      <a:dk2>
        <a:srgbClr val="7F7F7F"/>
      </a:dk2>
      <a:lt2>
        <a:srgbClr val="E6E6E6"/>
      </a:lt2>
      <a:accent1>
        <a:srgbClr val="89C01C"/>
      </a:accent1>
      <a:accent2>
        <a:srgbClr val="FCB22C"/>
      </a:accent2>
      <a:accent3>
        <a:srgbClr val="FE750E"/>
      </a:accent3>
      <a:accent4>
        <a:srgbClr val="F23610"/>
      </a:accent4>
      <a:accent5>
        <a:srgbClr val="7C283A"/>
      </a:accent5>
      <a:accent6>
        <a:srgbClr val="3E7520"/>
      </a:accent6>
      <a:hlink>
        <a:srgbClr val="89C01C"/>
      </a:hlink>
      <a:folHlink>
        <a:srgbClr val="A6A6A6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700CCB-20BA-4760-AB9F-AC3B63ED32E0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40262f94-9f35-4ac3-9a90-690165a166b7"/>
    <ds:schemaRef ds:uri="a4f35948-e619-41b3-aa29-22878b09cfd2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B14945D-DABB-422F-9B28-D299995C92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08942AA-0721-4324-BC2C-A3CB43F24E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Fresh food presentation (widescreen)</Template>
  <TotalTime>33</TotalTime>
  <Words>191</Words>
  <Application>Microsoft Office PowerPoint</Application>
  <PresentationFormat>По избор</PresentationFormat>
  <Paragraphs>35</Paragraphs>
  <Slides>8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8</vt:i4>
      </vt:variant>
    </vt:vector>
  </HeadingPairs>
  <TitlesOfParts>
    <vt:vector size="11" baseType="lpstr">
      <vt:lpstr>Arial</vt:lpstr>
      <vt:lpstr>Constantia</vt:lpstr>
      <vt:lpstr>Cooking 16x9</vt:lpstr>
      <vt:lpstr>RecipeHub</vt:lpstr>
      <vt:lpstr>Въведение</vt:lpstr>
      <vt:lpstr>Цел на проекта</vt:lpstr>
      <vt:lpstr>Структура на проекта </vt:lpstr>
      <vt:lpstr>Структура на базата данни</vt:lpstr>
      <vt:lpstr>Основни функции на приложението</vt:lpstr>
      <vt:lpstr>Демонстрация на приложението</vt:lpstr>
      <vt:lpstr>Технологии и инструменти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Филип Бакалов</dc:creator>
  <cp:lastModifiedBy>Филип Бакалов</cp:lastModifiedBy>
  <cp:revision>1</cp:revision>
  <dcterms:created xsi:type="dcterms:W3CDTF">2026-02-14T19:10:18Z</dcterms:created>
  <dcterms:modified xsi:type="dcterms:W3CDTF">2026-02-14T19:43:58Z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